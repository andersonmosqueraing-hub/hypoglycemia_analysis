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529E88-E0D4-4157-8259-A5D98864D518}" v="4" dt="2026-04-20T03:52:12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quera Ruiz, Anderson" userId="382f938d-5ddb-4b1d-84fa-df6795079b99" providerId="ADAL" clId="{A44CD21B-E1C3-4983-82EF-02A5633BE7D3}"/>
    <pc:docChg chg="custSel addSld modSld">
      <pc:chgData name="Mosquera Ruiz, Anderson" userId="382f938d-5ddb-4b1d-84fa-df6795079b99" providerId="ADAL" clId="{A44CD21B-E1C3-4983-82EF-02A5633BE7D3}" dt="2026-04-20T03:53:44.511" v="79" actId="207"/>
      <pc:docMkLst>
        <pc:docMk/>
      </pc:docMkLst>
      <pc:sldChg chg="addSp modSp mod">
        <pc:chgData name="Mosquera Ruiz, Anderson" userId="382f938d-5ddb-4b1d-84fa-df6795079b99" providerId="ADAL" clId="{A44CD21B-E1C3-4983-82EF-02A5633BE7D3}" dt="2026-04-20T03:53:44.511" v="79" actId="207"/>
        <pc:sldMkLst>
          <pc:docMk/>
          <pc:sldMk cId="755270131" sldId="256"/>
        </pc:sldMkLst>
        <pc:spChg chg="add mod">
          <ac:chgData name="Mosquera Ruiz, Anderson" userId="382f938d-5ddb-4b1d-84fa-df6795079b99" providerId="ADAL" clId="{A44CD21B-E1C3-4983-82EF-02A5633BE7D3}" dt="2026-04-20T03:53:44.511" v="79" actId="207"/>
          <ac:spMkLst>
            <pc:docMk/>
            <pc:sldMk cId="755270131" sldId="256"/>
            <ac:spMk id="2" creationId="{E74E7587-3EA9-F4F5-C8E9-35BABAE69356}"/>
          </ac:spMkLst>
        </pc:spChg>
        <pc:spChg chg="add mod">
          <ac:chgData name="Mosquera Ruiz, Anderson" userId="382f938d-5ddb-4b1d-84fa-df6795079b99" providerId="ADAL" clId="{A44CD21B-E1C3-4983-82EF-02A5633BE7D3}" dt="2026-04-20T03:53:44.511" v="79" actId="207"/>
          <ac:spMkLst>
            <pc:docMk/>
            <pc:sldMk cId="755270131" sldId="256"/>
            <ac:spMk id="3" creationId="{9ABCE150-83E9-10A3-FDE6-79B49778B1A2}"/>
          </ac:spMkLst>
        </pc:spChg>
        <pc:spChg chg="add mod">
          <ac:chgData name="Mosquera Ruiz, Anderson" userId="382f938d-5ddb-4b1d-84fa-df6795079b99" providerId="ADAL" clId="{A44CD21B-E1C3-4983-82EF-02A5633BE7D3}" dt="2026-04-20T03:53:44.511" v="79" actId="207"/>
          <ac:spMkLst>
            <pc:docMk/>
            <pc:sldMk cId="755270131" sldId="256"/>
            <ac:spMk id="8" creationId="{7BDAD13A-A3CA-67A8-E5B2-6475568E6F01}"/>
          </ac:spMkLst>
        </pc:spChg>
        <pc:spChg chg="add mod ord">
          <ac:chgData name="Mosquera Ruiz, Anderson" userId="382f938d-5ddb-4b1d-84fa-df6795079b99" providerId="ADAL" clId="{A44CD21B-E1C3-4983-82EF-02A5633BE7D3}" dt="2026-04-20T03:53:22.170" v="78" actId="207"/>
          <ac:spMkLst>
            <pc:docMk/>
            <pc:sldMk cId="755270131" sldId="256"/>
            <ac:spMk id="17" creationId="{55407F1A-5B93-2803-A982-2698E9C81ECA}"/>
          </ac:spMkLst>
        </pc:spChg>
        <pc:spChg chg="mod">
          <ac:chgData name="Mosquera Ruiz, Anderson" userId="382f938d-5ddb-4b1d-84fa-df6795079b99" providerId="ADAL" clId="{A44CD21B-E1C3-4983-82EF-02A5633BE7D3}" dt="2026-04-20T03:51:22.922" v="58" actId="1076"/>
          <ac:spMkLst>
            <pc:docMk/>
            <pc:sldMk cId="755270131" sldId="256"/>
            <ac:spMk id="39" creationId="{A268BAC5-8D0D-A88F-ED4A-4EA36B9E06F4}"/>
          </ac:spMkLst>
        </pc:spChg>
        <pc:spChg chg="mod">
          <ac:chgData name="Mosquera Ruiz, Anderson" userId="382f938d-5ddb-4b1d-84fa-df6795079b99" providerId="ADAL" clId="{A44CD21B-E1C3-4983-82EF-02A5633BE7D3}" dt="2026-04-20T03:51:22.922" v="58" actId="1076"/>
          <ac:spMkLst>
            <pc:docMk/>
            <pc:sldMk cId="755270131" sldId="256"/>
            <ac:spMk id="40" creationId="{AFF69019-F0E6-C5D0-5F72-A9A4C723DFC6}"/>
          </ac:spMkLst>
        </pc:spChg>
        <pc:spChg chg="mod">
          <ac:chgData name="Mosquera Ruiz, Anderson" userId="382f938d-5ddb-4b1d-84fa-df6795079b99" providerId="ADAL" clId="{A44CD21B-E1C3-4983-82EF-02A5633BE7D3}" dt="2026-04-20T03:51:22.922" v="58" actId="1076"/>
          <ac:spMkLst>
            <pc:docMk/>
            <pc:sldMk cId="755270131" sldId="256"/>
            <ac:spMk id="41" creationId="{A85A0BAC-1D98-0DFA-A05A-A2FAEC4B8860}"/>
          </ac:spMkLst>
        </pc:spChg>
        <pc:cxnChg chg="add mod">
          <ac:chgData name="Mosquera Ruiz, Anderson" userId="382f938d-5ddb-4b1d-84fa-df6795079b99" providerId="ADAL" clId="{A44CD21B-E1C3-4983-82EF-02A5633BE7D3}" dt="2026-04-20T03:52:19.809" v="73" actId="14100"/>
          <ac:cxnSpMkLst>
            <pc:docMk/>
            <pc:sldMk cId="755270131" sldId="256"/>
            <ac:cxnSpMk id="11" creationId="{CBBB7E67-7357-80AE-BD45-0B236884432D}"/>
          </ac:cxnSpMkLst>
        </pc:cxnChg>
        <pc:cxnChg chg="add mod">
          <ac:chgData name="Mosquera Ruiz, Anderson" userId="382f938d-5ddb-4b1d-84fa-df6795079b99" providerId="ADAL" clId="{A44CD21B-E1C3-4983-82EF-02A5633BE7D3}" dt="2026-04-20T03:51:59.083" v="69" actId="14100"/>
          <ac:cxnSpMkLst>
            <pc:docMk/>
            <pc:sldMk cId="755270131" sldId="256"/>
            <ac:cxnSpMk id="13" creationId="{1566D9B4-604F-DE71-C39F-3EB7D0750BB1}"/>
          </ac:cxnSpMkLst>
        </pc:cxnChg>
      </pc:sldChg>
      <pc:sldChg chg="delSp new mod">
        <pc:chgData name="Mosquera Ruiz, Anderson" userId="382f938d-5ddb-4b1d-84fa-df6795079b99" providerId="ADAL" clId="{A44CD21B-E1C3-4983-82EF-02A5633BE7D3}" dt="2026-04-20T03:50:41.809" v="2" actId="478"/>
        <pc:sldMkLst>
          <pc:docMk/>
          <pc:sldMk cId="1459869984" sldId="257"/>
        </pc:sldMkLst>
        <pc:spChg chg="del">
          <ac:chgData name="Mosquera Ruiz, Anderson" userId="382f938d-5ddb-4b1d-84fa-df6795079b99" providerId="ADAL" clId="{A44CD21B-E1C3-4983-82EF-02A5633BE7D3}" dt="2026-04-20T03:50:40.409" v="1" actId="478"/>
          <ac:spMkLst>
            <pc:docMk/>
            <pc:sldMk cId="1459869984" sldId="257"/>
            <ac:spMk id="2" creationId="{DE4F8B11-B9E1-AEA7-CC9D-5E38384C1A92}"/>
          </ac:spMkLst>
        </pc:spChg>
        <pc:spChg chg="del">
          <ac:chgData name="Mosquera Ruiz, Anderson" userId="382f938d-5ddb-4b1d-84fa-df6795079b99" providerId="ADAL" clId="{A44CD21B-E1C3-4983-82EF-02A5633BE7D3}" dt="2026-04-20T03:50:41.809" v="2" actId="478"/>
          <ac:spMkLst>
            <pc:docMk/>
            <pc:sldMk cId="1459869984" sldId="257"/>
            <ac:spMk id="3" creationId="{90D08122-1DE0-89AE-C27E-F55BFCE8B7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5C682-2041-1693-3CCE-46EF0A25B3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B94D6-0DA3-79BF-C2B4-99933F02A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9D06E-89C8-C87C-FEE2-75A30B1F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7320C-AA17-B685-DAB9-99053884D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BE2EC-3184-876C-43BD-EF42903E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21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03B1-5809-3DE4-7103-7F4DCF994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99005-362F-C60D-17D2-CAF01F02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AC579-B5C2-0ED6-2B2B-89C9502DE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B4B8A-6F72-6956-C9A5-39190423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E99F7-BBBD-3C3E-1892-B1DC4408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E8DE-5E66-F400-F03D-BA836E7F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CFDFE-BE3C-EC69-C2CE-63B0AFBFB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666BD-28A8-7B19-9059-35A448AE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9E68-F8C2-9E21-5F1B-0534D9B9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A5DAE-6D09-AF23-9670-C4E6C1353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3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1F07-1F4E-0A83-D020-45597E39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4F406-C164-9730-9073-E2936939B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3BC29-D6F5-6CB2-107F-22C8B845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2D3A4-491A-4231-1BB0-1DE75470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6C7E1-AF9D-BF71-90A0-B4C99828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A3612-C9D1-AE61-04A8-B09FD629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5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2B36-08A3-C652-FA98-34FCCB9C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C0876D-0B81-CDD9-04ED-F1CA5E1BE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0F374-D043-61C2-6A8B-8D11B3B17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1FC98-6BAF-2510-236F-572019084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AEB502-ABB4-30D9-A631-094FE0C39A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ADB1C-9454-2500-4715-F0E256B1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015F83-1D5D-6430-8612-66603CF78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25F897-3597-8208-C34A-A7867CCA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3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5170-6CFC-8C61-3DCB-CDEF1C60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E5B32-4F83-D7C1-36AB-24CE76834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9E71D-158D-63FB-974E-EFA1CC22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FCE8A-2309-1B60-9C3B-CF9F1901D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55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B48F42-0E71-DA23-E4EB-6D728C5D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18F9C-14C5-E334-BACE-60042D73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3276A-439B-1978-15BA-8B69C1C5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54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F5FD-DBBB-1A1C-3FAD-4D819135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527EE-2AAF-E750-50AE-A8C1D21A0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F3916-63C3-E887-4393-7B7B6ACEA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4B80D-6CE4-C347-BB2B-85D9B6F7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CC1AF-0C42-87E7-D91E-E0C9936C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8E2D3-E1F4-2812-6DAD-EC6464CA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2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32C9F-50DA-8DA6-13A7-270AE455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A94F9-C036-E330-D4F3-2EF2FB7E2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DFC82-A5C0-D410-78AB-98765D1E1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A097E-56A5-8E31-70C8-93A6AE42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9E13F-1231-A31F-78DB-4A3A5188F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C45C8-61F8-035A-C2F8-36C8577D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29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B506-A482-2E60-A92D-0B9B4020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C75A5-B263-8EF2-4B87-DE3E54B93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3A7FD-E5CD-FA58-6926-288C0E03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A8E12-F8E8-4069-AD72-82AFE2AC8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28397-6D68-B2E3-2D67-B02543E20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91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CF95F-E450-3859-10F8-3A5AB0BA1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8F1BC-F91A-28A3-46CE-FB04AFD91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61431-627C-9A10-C9A4-8206F9F6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AE10D-3398-C1F4-4226-C06EBC1D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37214-6A5E-520B-B62C-A1D2EA9B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A4208-2871-46D0-9407-BF520118F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73E67-C27C-91E4-7E33-AC9F98CA9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C1119-2992-164D-FE7D-D1C6E373E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C4348-FC71-44E7-B7A4-4412F7E8ACAB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BC419-1697-738D-4B8D-1FC60D5C6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87385-249B-EA54-4AB2-ADF40CD8B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71B48-FC56-47FA-A2FD-0EFB247A4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6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407F1A-5B93-2803-A982-2698E9C81ECA}"/>
              </a:ext>
            </a:extLst>
          </p:cNvPr>
          <p:cNvSpPr/>
          <p:nvPr/>
        </p:nvSpPr>
        <p:spPr>
          <a:xfrm>
            <a:off x="9820656" y="2169413"/>
            <a:ext cx="2161031" cy="2064826"/>
          </a:xfrm>
          <a:prstGeom prst="rect">
            <a:avLst/>
          </a:prstGeom>
          <a:solidFill>
            <a:schemeClr val="tx1">
              <a:lumMod val="65000"/>
              <a:lumOff val="35000"/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0887E87-3526-E139-EC01-174D0A528163}"/>
              </a:ext>
            </a:extLst>
          </p:cNvPr>
          <p:cNvSpPr/>
          <p:nvPr/>
        </p:nvSpPr>
        <p:spPr>
          <a:xfrm>
            <a:off x="6300216" y="1724788"/>
            <a:ext cx="3171443" cy="2064826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A4DD36-7885-F3D4-358D-05DF369378B2}"/>
              </a:ext>
            </a:extLst>
          </p:cNvPr>
          <p:cNvSpPr/>
          <p:nvPr/>
        </p:nvSpPr>
        <p:spPr>
          <a:xfrm>
            <a:off x="621792" y="786384"/>
            <a:ext cx="2167128" cy="7772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Raw Data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4591A5-924B-6270-915B-69A5443C5883}"/>
              </a:ext>
            </a:extLst>
          </p:cNvPr>
          <p:cNvSpPr/>
          <p:nvPr/>
        </p:nvSpPr>
        <p:spPr>
          <a:xfrm>
            <a:off x="3773424" y="786384"/>
            <a:ext cx="2167128" cy="7772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Training </a:t>
            </a:r>
            <a:r>
              <a:rPr lang="es-CO" dirty="0" err="1"/>
              <a:t>dataset</a:t>
            </a:r>
            <a:r>
              <a:rPr lang="es-CO" dirty="0"/>
              <a:t> Split (80-20)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591DD4-3FE0-8DBF-FB26-51952485B1CB}"/>
              </a:ext>
            </a:extLst>
          </p:cNvPr>
          <p:cNvSpPr/>
          <p:nvPr/>
        </p:nvSpPr>
        <p:spPr>
          <a:xfrm>
            <a:off x="6806184" y="786384"/>
            <a:ext cx="2167128" cy="7772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Minirocket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09728B-D1BB-493B-9C08-2062C8BFFBBA}"/>
              </a:ext>
            </a:extLst>
          </p:cNvPr>
          <p:cNvSpPr/>
          <p:nvPr/>
        </p:nvSpPr>
        <p:spPr>
          <a:xfrm>
            <a:off x="6806184" y="1885950"/>
            <a:ext cx="2167128" cy="7772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Model</a:t>
            </a:r>
            <a:r>
              <a:rPr lang="es-CO" dirty="0"/>
              <a:t> </a:t>
            </a:r>
            <a:r>
              <a:rPr lang="es-CO" dirty="0" err="1"/>
              <a:t>Development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26284B-6C35-1844-2DAD-F2EA4232C28C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788920" y="1175004"/>
            <a:ext cx="9845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9E8B5D1-F472-E3CB-2186-84E3CA75F5E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940552" y="1175004"/>
            <a:ext cx="8656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B732F2-7326-BA01-38A8-19021B59F4AC}"/>
              </a:ext>
            </a:extLst>
          </p:cNvPr>
          <p:cNvCxnSpPr>
            <a:cxnSpLocks/>
            <a:stCxn id="6" idx="2"/>
            <a:endCxn id="57" idx="0"/>
          </p:cNvCxnSpPr>
          <p:nvPr/>
        </p:nvCxnSpPr>
        <p:spPr>
          <a:xfrm flipH="1">
            <a:off x="7885938" y="1563624"/>
            <a:ext cx="3810" cy="161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0E9E4B2-B408-5AAF-3C56-860DD16A6E43}"/>
              </a:ext>
            </a:extLst>
          </p:cNvPr>
          <p:cNvSpPr/>
          <p:nvPr/>
        </p:nvSpPr>
        <p:spPr>
          <a:xfrm>
            <a:off x="6806184" y="2818638"/>
            <a:ext cx="2167128" cy="7772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Tunning</a:t>
            </a:r>
            <a:r>
              <a:rPr lang="es-CO" dirty="0"/>
              <a:t> </a:t>
            </a:r>
            <a:r>
              <a:rPr lang="es-CO" dirty="0" err="1"/>
              <a:t>Hyperparameters</a:t>
            </a:r>
            <a:r>
              <a:rPr lang="es-CO" dirty="0"/>
              <a:t> (5 </a:t>
            </a:r>
            <a:r>
              <a:rPr lang="es-CO" dirty="0" err="1"/>
              <a:t>folds</a:t>
            </a:r>
            <a:r>
              <a:rPr lang="es-CO" dirty="0"/>
              <a:t>)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C756EF-C82C-938F-9356-79910C862C99}"/>
              </a:ext>
            </a:extLst>
          </p:cNvPr>
          <p:cNvCxnSpPr>
            <a:stCxn id="7" idx="2"/>
            <a:endCxn id="18" idx="0"/>
          </p:cNvCxnSpPr>
          <p:nvPr/>
        </p:nvCxnSpPr>
        <p:spPr>
          <a:xfrm>
            <a:off x="7889748" y="2663190"/>
            <a:ext cx="0" cy="1554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57007D-6B62-3BC8-1177-9C0E361C7125}"/>
              </a:ext>
            </a:extLst>
          </p:cNvPr>
          <p:cNvCxnSpPr>
            <a:cxnSpLocks/>
            <a:stCxn id="57" idx="1"/>
            <a:endCxn id="32" idx="3"/>
          </p:cNvCxnSpPr>
          <p:nvPr/>
        </p:nvCxnSpPr>
        <p:spPr>
          <a:xfrm flipH="1">
            <a:off x="5385817" y="2757201"/>
            <a:ext cx="914399" cy="6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6AC26F8-9164-00A5-51C8-D02B5880A931}"/>
              </a:ext>
            </a:extLst>
          </p:cNvPr>
          <p:cNvSpPr/>
          <p:nvPr/>
        </p:nvSpPr>
        <p:spPr>
          <a:xfrm>
            <a:off x="3218689" y="2418589"/>
            <a:ext cx="2167128" cy="69036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Select</a:t>
            </a:r>
            <a:r>
              <a:rPr lang="es-CO" dirty="0"/>
              <a:t> </a:t>
            </a:r>
            <a:r>
              <a:rPr lang="es-CO" dirty="0" err="1"/>
              <a:t>the</a:t>
            </a:r>
            <a:r>
              <a:rPr lang="es-CO" dirty="0"/>
              <a:t> Best </a:t>
            </a:r>
            <a:r>
              <a:rPr lang="es-CO" dirty="0" err="1"/>
              <a:t>one</a:t>
            </a:r>
            <a:r>
              <a:rPr lang="es-CO" dirty="0"/>
              <a:t> (as a </a:t>
            </a:r>
            <a:r>
              <a:rPr lang="es-CO" dirty="0" err="1"/>
              <a:t>model</a:t>
            </a:r>
            <a:r>
              <a:rPr lang="es-CO" dirty="0"/>
              <a:t>)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2794D1-394A-4BD9-08AF-4ABC7A370B88}"/>
              </a:ext>
            </a:extLst>
          </p:cNvPr>
          <p:cNvSpPr/>
          <p:nvPr/>
        </p:nvSpPr>
        <p:spPr>
          <a:xfrm>
            <a:off x="3140965" y="4789171"/>
            <a:ext cx="2322576" cy="1010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External</a:t>
            </a:r>
            <a:r>
              <a:rPr lang="es-CO" dirty="0"/>
              <a:t> </a:t>
            </a:r>
            <a:r>
              <a:rPr lang="es-CO" dirty="0" err="1"/>
              <a:t>Validations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86D70CE-0DFD-F92C-C006-946CF1399A05}"/>
              </a:ext>
            </a:extLst>
          </p:cNvPr>
          <p:cNvCxnSpPr>
            <a:cxnSpLocks/>
            <a:stCxn id="52" idx="2"/>
            <a:endCxn id="33" idx="0"/>
          </p:cNvCxnSpPr>
          <p:nvPr/>
        </p:nvCxnSpPr>
        <p:spPr>
          <a:xfrm>
            <a:off x="4302253" y="4503419"/>
            <a:ext cx="0" cy="285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E07E698B-1BBA-57D0-12AB-7CBBDE7A2215}"/>
              </a:ext>
            </a:extLst>
          </p:cNvPr>
          <p:cNvSpPr/>
          <p:nvPr/>
        </p:nvSpPr>
        <p:spPr>
          <a:xfrm>
            <a:off x="6300216" y="4645152"/>
            <a:ext cx="1589532" cy="48006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Granada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1AA5AC-9E07-9400-D58B-2364B0B91D68}"/>
              </a:ext>
            </a:extLst>
          </p:cNvPr>
          <p:cNvSpPr/>
          <p:nvPr/>
        </p:nvSpPr>
        <p:spPr>
          <a:xfrm>
            <a:off x="6300216" y="5472684"/>
            <a:ext cx="1589532" cy="4800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AIDE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268BAC5-8D0D-A88F-ED4A-4EA36B9E06F4}"/>
              </a:ext>
            </a:extLst>
          </p:cNvPr>
          <p:cNvSpPr/>
          <p:nvPr/>
        </p:nvSpPr>
        <p:spPr>
          <a:xfrm>
            <a:off x="210313" y="3474718"/>
            <a:ext cx="1179576" cy="53949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Replace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F69019-F0E6-C5D0-5F72-A9A4C723DFC6}"/>
              </a:ext>
            </a:extLst>
          </p:cNvPr>
          <p:cNvSpPr/>
          <p:nvPr/>
        </p:nvSpPr>
        <p:spPr>
          <a:xfrm>
            <a:off x="210313" y="4133086"/>
            <a:ext cx="1179576" cy="53949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Granada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5A0BAC-1D98-0DFA-A05A-A2FAEC4B8860}"/>
              </a:ext>
            </a:extLst>
          </p:cNvPr>
          <p:cNvSpPr/>
          <p:nvPr/>
        </p:nvSpPr>
        <p:spPr>
          <a:xfrm>
            <a:off x="210313" y="4791454"/>
            <a:ext cx="1179576" cy="5394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AIDE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7D9146-1C23-BB76-385F-6638AC05BF18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463541" y="4885185"/>
            <a:ext cx="836675" cy="4091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2E42798-7507-B79C-F1C7-1B521820237D}"/>
              </a:ext>
            </a:extLst>
          </p:cNvPr>
          <p:cNvCxnSpPr>
            <a:stCxn id="33" idx="3"/>
            <a:endCxn id="38" idx="1"/>
          </p:cNvCxnSpPr>
          <p:nvPr/>
        </p:nvCxnSpPr>
        <p:spPr>
          <a:xfrm>
            <a:off x="5463541" y="5294377"/>
            <a:ext cx="836675" cy="418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33F8196-6EBB-CDAD-B36B-BB336A57FA75}"/>
              </a:ext>
            </a:extLst>
          </p:cNvPr>
          <p:cNvSpPr/>
          <p:nvPr/>
        </p:nvSpPr>
        <p:spPr>
          <a:xfrm>
            <a:off x="3218689" y="3429000"/>
            <a:ext cx="2167128" cy="10744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Internal</a:t>
            </a:r>
            <a:r>
              <a:rPr lang="es-CO" dirty="0"/>
              <a:t> </a:t>
            </a:r>
            <a:r>
              <a:rPr lang="es-CO" dirty="0" err="1"/>
              <a:t>Validation</a:t>
            </a:r>
            <a:r>
              <a:rPr lang="es-CO" dirty="0"/>
              <a:t> Use </a:t>
            </a:r>
            <a:r>
              <a:rPr lang="es-CO" dirty="0" err="1"/>
              <a:t>the</a:t>
            </a:r>
            <a:r>
              <a:rPr lang="es-CO" dirty="0"/>
              <a:t> </a:t>
            </a:r>
            <a:r>
              <a:rPr lang="es-CO" dirty="0" err="1"/>
              <a:t>remaining</a:t>
            </a:r>
            <a:r>
              <a:rPr lang="es-CO" dirty="0"/>
              <a:t> 20% as </a:t>
            </a:r>
            <a:r>
              <a:rPr lang="es-CO" dirty="0" err="1"/>
              <a:t>evaluation</a:t>
            </a:r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DB1FB8C-29E6-93D9-56BE-2E344939B5BF}"/>
              </a:ext>
            </a:extLst>
          </p:cNvPr>
          <p:cNvCxnSpPr>
            <a:cxnSpLocks/>
            <a:stCxn id="32" idx="2"/>
            <a:endCxn id="52" idx="0"/>
          </p:cNvCxnSpPr>
          <p:nvPr/>
        </p:nvCxnSpPr>
        <p:spPr>
          <a:xfrm>
            <a:off x="4302253" y="3108956"/>
            <a:ext cx="0" cy="320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74E7587-3EA9-F4F5-C8E9-35BABAE69356}"/>
              </a:ext>
            </a:extLst>
          </p:cNvPr>
          <p:cNvSpPr/>
          <p:nvPr/>
        </p:nvSpPr>
        <p:spPr>
          <a:xfrm>
            <a:off x="10072115" y="2340858"/>
            <a:ext cx="1664208" cy="5074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Grid</a:t>
            </a:r>
            <a:r>
              <a:rPr lang="es-CO" dirty="0"/>
              <a:t> </a:t>
            </a:r>
            <a:r>
              <a:rPr lang="es-CO" dirty="0" err="1"/>
              <a:t>Search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BCE150-83E9-10A3-FDE6-79B49778B1A2}"/>
              </a:ext>
            </a:extLst>
          </p:cNvPr>
          <p:cNvSpPr/>
          <p:nvPr/>
        </p:nvSpPr>
        <p:spPr>
          <a:xfrm>
            <a:off x="10072115" y="2942078"/>
            <a:ext cx="1664208" cy="5074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Randomized</a:t>
            </a:r>
            <a:r>
              <a:rPr lang="es-CO" dirty="0"/>
              <a:t> </a:t>
            </a:r>
            <a:r>
              <a:rPr lang="es-CO" dirty="0" err="1"/>
              <a:t>Search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DAD13A-A3CA-67A8-E5B2-6475568E6F01}"/>
              </a:ext>
            </a:extLst>
          </p:cNvPr>
          <p:cNvSpPr/>
          <p:nvPr/>
        </p:nvSpPr>
        <p:spPr>
          <a:xfrm>
            <a:off x="10072115" y="3565581"/>
            <a:ext cx="1664208" cy="50749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Bayesian</a:t>
            </a:r>
            <a:r>
              <a:rPr lang="es-CO" dirty="0"/>
              <a:t> </a:t>
            </a:r>
            <a:r>
              <a:rPr lang="es-CO" dirty="0" err="1"/>
              <a:t>Optimization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BB7E67-7357-80AE-BD45-0B236884432D}"/>
              </a:ext>
            </a:extLst>
          </p:cNvPr>
          <p:cNvCxnSpPr>
            <a:cxnSpLocks/>
          </p:cNvCxnSpPr>
          <p:nvPr/>
        </p:nvCxnSpPr>
        <p:spPr>
          <a:xfrm flipH="1">
            <a:off x="8973312" y="2169413"/>
            <a:ext cx="847344" cy="649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66D9B4-604F-DE71-C39F-3EB7D0750BB1}"/>
              </a:ext>
            </a:extLst>
          </p:cNvPr>
          <p:cNvCxnSpPr>
            <a:cxnSpLocks/>
          </p:cNvCxnSpPr>
          <p:nvPr/>
        </p:nvCxnSpPr>
        <p:spPr>
          <a:xfrm flipH="1" flipV="1">
            <a:off x="8973312" y="3595878"/>
            <a:ext cx="847344" cy="6452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270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86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48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ANDERSON MOSQUERA RUIZ</dc:creator>
  <cp:lastModifiedBy>ANDERSON MOSQUERA RUIZ</cp:lastModifiedBy>
  <cp:revision>1</cp:revision>
  <dcterms:created xsi:type="dcterms:W3CDTF">2026-04-17T16:42:06Z</dcterms:created>
  <dcterms:modified xsi:type="dcterms:W3CDTF">2026-04-20T03:53:55Z</dcterms:modified>
</cp:coreProperties>
</file>